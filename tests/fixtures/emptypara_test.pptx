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6000000" cy="3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/>
              <a:t>AAA</a:t>
            </a:r>
          </a:p>
          <a:p>
            <a:endParaRPr sz="2400"/>
          </a:p>
          <a:p>
            <a:endParaRPr sz="1000">
              <a:solidFill>
                <a:srgbClr val="025999"/>
              </a:solidFill>
            </a:endParaRPr>
          </a:p>
          <a:p>
            <a:r>
              <a:rPr lang="en-US" sz="1000"/>
              <a:t>BBB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