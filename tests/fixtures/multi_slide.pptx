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3"/>
    <p:sldId id="258" r:id="rId4"/>
  </p:sldIdLst>
  <p:sldSz cx="9144000" cy="6858000"/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2286000"/>
            <a:ext cx="7772400" cy="1470025"/>
          </a:xfrm>
        </p:spPr>
        <p:txBody>
          <a:bodyPr/>
          <a:p>
            <a:pPr algn="ctr"/>
            <a:r>
              <a:rPr sz="5400" b="1"/>
              <a:t>Oxi Project</a:t>
            </a:r>
          </a:p>
        </p:txBody>
      </p:sp>
      <p:sp>
        <p:nvSpPr>
          <p:cNvPr id="3" name="Subtitle"/>
          <p:cNvSpPr/>
          <p:nvPr/>
        </p:nvSpPr>
        <p:spPr>
          <a:xfrm>
            <a:off x="1371600" y="3886200"/>
            <a:ext cx="6400800" cy="1752600"/>
          </a:xfrm>
        </p:spPr>
        <p:txBody>
          <a:bodyPr/>
          <a:p>
            <a:pPr algn="ctr"/>
            <a:r>
              <a:rPr sz="2400" i="1">
                <a:solidFill>
                  <a:srgbClr val="666666"/>
                </a:solidFill>
              </a:rPr>
              <a:t>Document processing for the browser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p>
            <a:r>
              <a:rPr sz="3600" b="1"/>
              <a:t>Supported Formats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600200"/>
            <a:ext cx="8229600" cy="4525963"/>
          </a:xfrm>
        </p:spPr>
        <p:txBody>
          <a:bodyPr/>
          <a:p>
            <a:r>
              <a:rPr sz="2400"/>
              <a:t>.docx — Word documents</a:t>
            </a:r>
          </a:p>
          <a:p>
            <a:r>
              <a:rPr sz="2400"/>
              <a:t>.xlsx — Excel spreadsheets</a:t>
            </a:r>
          </a:p>
          <a:p>
            <a:r>
              <a:rPr sz="2400"/>
              <a:t>.pptx — PowerPoint presentations</a:t>
            </a:r>
          </a:p>
          <a:p>
            <a:r>
              <a:rPr sz="2000" i="1">
                <a:solidFill>
                  <a:srgbClr val="4472C4"/>
                </a:solidFill>
              </a:rPr>
              <a:t>All processed in-browser with Rust + Wasm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p>
            <a:pPr algn="ctr"/>
            <a:r>
              <a:rPr sz="3600" b="1">
                <a:latin typeface="Yu Gothic"/>
                <a:ea typeface="Yu Gothic"/>
              </a:rPr>
              <a:t>日本語組版テスト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600200"/>
            <a:ext cx="8229600" cy="4525963"/>
          </a:xfrm>
        </p:spPr>
        <p:txBody>
          <a:bodyPr/>
          <a:p>
            <a:r>
              <a:rPr sz="2000">
                <a:latin typeface="Yu Mincho"/>
                <a:ea typeface="Yu Mincho"/>
              </a:rPr>
              <a:t>吾輩は猫である。名前はまだ無い。</a:t>
            </a:r>
          </a:p>
          <a:p>
            <a:r>
              <a:rPr sz="2000">
                <a:ea typeface="Yu Gothic"/>
              </a:rPr>
              <a:t>どこで生れたかとんと見当がつかぬ。</a:t>
            </a:r>
          </a:p>
          <a:p>
            <a:r>
              <a:rPr sz="1800" i="1">
                <a:solidFill>
                  <a:srgbClr val="C00000"/>
                </a:solidFill>
              </a:rPr>
              <a:t>禁則処理・ルビ・縦書きに対応予定</a:t>
            </a:r>
          </a:p>
        </p:txBody>
      </p:sp>
    </p:spTree>
  </p:cSld>
</p:sld>
</file>