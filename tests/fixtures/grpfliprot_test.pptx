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  <p:grpSp>
        <p:nvGrpSpPr>
          <p:cNvPr id="9" name="g"/>
          <p:cNvGrpSpPr/>
          <p:nvPr/>
        </p:nvGrpSpPr>
        <p:grpSpPr>
          <a:xfrm rot="-5400000" flipH="1">
            <a:off x="914400" y="914400"/>
            <a:ext cx="914400" cy="1828800"/>
            <a:chOff x="914400" y="914400"/>
            <a:chExt cx="914400" cy="1828800"/>
          </a:xfrm>
        </p:grpSpPr>
        <p:grpSp>
          <p:nvGrpSpPr>
            <p:cNvPr id="9" name="g"/>
            <p:cNvGrpSpPr/>
            <p:nvPr/>
          </p:nvGrpSpPr>
          <p:grpSpPr>
            <a:xfrm rot="-5400000" flipH="1">
              <a:off x="914400" y="914400"/>
              <a:ext cx="914400" cy="1828800"/>
              <a:chOff x="914400" y="914400"/>
              <a:chExt cx="914400" cy="1828800"/>
            </a:xfrm>
          </p:grpSpPr>
          <p:sp>
            <p:nvSpPr>
              <p:cNvPr id="2" name="leaf"/>
              <p:cNvSpPr/>
              <p:nvPr/>
            </p:nvSpPr>
            <p:spPr>
              <a:xfrm>
                <a:off x="914400" y="914400"/>
                <a:ext cx="914400" cy="1828800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