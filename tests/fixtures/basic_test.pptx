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</p:sldIdLst>
  <p:sldSz cx="9144000" cy="6858000"/>
</p:presentation>
</file>

<file path=ppt/_rels/presentation.xml.rels><?xml version="1.0" encoding="UTF-8" standalone="yes"?>
<Relationships xmlns="http://schemas.openxmlformats.org/package/2006/relationships">
  <Relationship Id="rId2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p>
            <a:pPr algn="ctr"/>
            <a:r>
              <a:rPr lang="en-US" sz="4400" b="1"/>
              <a:t>Welcome to Oxi</a:t>
            </a:r>
          </a:p>
        </p:txBody>
      </p:sp>
      <p:sp>
        <p:nvSpPr>
          <p:cNvPr id="3" name="Body"/>
          <p:cNvSpPr/>
          <p:nvPr/>
        </p:nvSpPr>
        <p:spPr>
          <a:xfrm>
            <a:off x="457200" y="1600200"/>
            <a:ext cx="8229600" cy="4525963"/>
          </a:xfrm>
        </p:spPr>
        <p:txBody>
          <a:bodyPr/>
          <a:p>
            <a:r>
              <a:rPr lang="en-US" sz="2400"/>
              <a:t>Open-source document processing</a:t>
            </a:r>
          </a:p>
          <a:p>
            <a:r>
              <a:rPr lang="en-US" sz="2000" i="1">
                <a:solidFill>
                  <a:srgbClr val="4472C4"/>
                </a:solidFill>
              </a:rPr>
              <a:t>Rust + WebAssembly</a:t>
            </a:r>
          </a:p>
          <a:p>
            <a:r>
              <a:rPr lang="ja-JP" sz="2000"/>
              <a:t>日本語テキストのテスト</a:t>
            </a:r>
          </a:p>
        </p:txBody>
      </p:sp>
    </p:spTree>
  </p:cSld>
</p:sld>
</file>