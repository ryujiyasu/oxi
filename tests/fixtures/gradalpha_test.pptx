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000000" cy="2000000"/>
          </a:xfrm>
          <a:prstGeom prst="rect">
            <a:avLst/>
          </a:prstGeom>
          <a:gradFill>
            <a:gsLst>
              <a:gs pos="0">
                <a:srgbClr val="FFFFFF">
                  <a:alpha val="20000"/>
                </a:srgbClr>
              </a:gs>
              <a:gs pos="4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