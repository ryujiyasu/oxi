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112233"/>
                </a:solidFill>
              </a:rPr>
              <a:t>plain </a:t>
            </a:r>
            <a:r>
              <a:rPr lang="en-US" sz="1800">
                <a:solidFill>
                  <a:srgbClr val="FFFFFF"/>
                </a:solidFill>
                <a:highlight>
                  <a:srgbClr val="FF0000"/>
                </a:highlight>
              </a:rPr>
              <a:t>empty </a:t>
            </a:r>
            <a:r>
              <a:rPr lang="en-US" sz="1800">
                <a:solidFill>
                  <a:srgbClr val="000000"/>
                </a:solidFill>
                <a:highlight>
                  <a:srgbClr val="00FF00">
                    <a:lumMod val="100000"/>
                  </a:srgbClr>
                </a:highlight>
              </a:rPr>
              <a:t>start</a:t>
            </a:r>
            <a:br>
              <a:rPr lang="en-US" sz="1800"/>
            </a:br>
            <a:r>
              <a:rPr lang="en-US" sz="1800">
                <a:solidFill>
                  <a:srgbClr val="445566"/>
                </a:solidFill>
              </a:rPr>
              <a:t>after the break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