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body"/>
          <p:cNvSpPr/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rgbClr val="112233"/>
                </a:solidFill>
                <a:highlight>
                  <a:srgbClr val="FFFF00"/>
                </a:highlight>
                <a:latin typeface="Arial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>
      <a:lvl1pPr>
        <a:defRPr sz="1400"/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h"/>
          <p:cNvSpPr/>
          <p:nvPr>
            <p:ph idx="4294967295" type="ctrTitle"/>
          </p:nvPr>
        </p:nvSpPr>
        <p:spPr>
          <a:xfrm>
            <a:off x="838200" y="838200"/>
            <a:ext cx="4114800" cy="2743200"/>
          </a:xfrm>
          <a:prstGeom prst="rect">
            <a:avLst/>
          </a:prstGeom>
        </p:spPr>
        <p:txBody>
          <a:bodyPr/>
          <a:lstStyle/>
          <a:p>
            <a:r>
              <a:rPr lang="en"/>
              <a:t>inherit me</a:t>
            </a:r>
          </a:p>
        </p:txBody>
      </p:sp>
    </p:spTree>
  </p:cSld>
  <p:clrMapOvr>
    <a:masterClrMapping/>
  </p:clrMapOvr>
</p:sld>
</file>