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3B1C5A"/>
            </a:gs>
            <a:gs pos="100000">
              <a:srgbClr val="8E2B6B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5400" b="1">
                <a:solidFill>
                  <a:srgbClr val="FFFFFF"/>
                </a:solidFill>
                <a:latin typeface="Segoe UI"/>
              </a:rPr>
              <a:t>Oxi renders this in your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383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>
                <a:solidFill>
                  <a:srgbClr val="3B1C5A"/>
                </a:solidFill>
                <a:highlight>
                  <a:srgbClr val="FFFFFF"/>
                </a:highlight>
                <a:latin typeface="Segoe UI"/>
              </a:rPr>
              <a:t> PowerPoint (.pptx), parsed and drawn by Rust compiled to WebAssembly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389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>
                <a:solidFill>
                  <a:srgbClr val="D9C7E8"/>
                </a:solidFill>
                <a:latin typeface="Segoe UI"/>
              </a:rPr>
              <a:t>Nothing is uploaded. The file never leaves this device.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E4C6B"/>
            </a:gs>
            <a:gs pos="100000">
              <a:srgbClr val="12A0A8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4000" b="1">
                <a:solidFill>
                  <a:srgbClr val="FFFFFF"/>
                </a:solidFill>
                <a:latin typeface="Segoe UI"/>
              </a:rPr>
              <a:t>Shapes, fills and rotation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94560"/>
            <a:ext cx="2103120" cy="2103120"/>
          </a:xfrm>
          <a:prstGeom prst="roundRect">
            <a:avLst/>
          </a:prstGeom>
          <a:solidFill>
            <a:srgbClr val="FFB703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880000">
            <a:off x="3566160" y="2194560"/>
            <a:ext cx="2103120" cy="2103120"/>
          </a:xfrm>
          <a:prstGeom prst="roundRect">
            <a:avLst/>
          </a:prstGeom>
          <a:solidFill>
            <a:srgbClr val="FB8500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480000">
            <a:off x="6217920" y="2194560"/>
            <a:ext cx="2103120" cy="2103120"/>
          </a:xfrm>
          <a:prstGeom prst="roundRect">
            <a:avLst/>
          </a:prstGeom>
          <a:solidFill>
            <a:srgbClr val="E6394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1300000">
            <a:off x="8869680" y="2194560"/>
            <a:ext cx="2103120" cy="2103120"/>
          </a:xfrm>
          <a:prstGeom prst="roundRect">
            <a:avLst/>
          </a:prstGeom>
          <a:solidFill>
            <a:srgbClr val="A8DAD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>
                <a:solidFill>
                  <a:srgbClr val="D7F3F5"/>
                </a:solidFill>
                <a:latin typeface="Segoe UI"/>
              </a:rPr>
              <a:t>Rounded rectangles at 85% opacity, each turned by its own angle.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1D2939"/>
            </a:gs>
            <a:gs pos="100000">
              <a:srgbClr val="344054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4000" b="1">
                <a:solidFill>
                  <a:srgbClr val="FFFFFF"/>
                </a:solidFill>
                <a:latin typeface="Segoe UI"/>
              </a:rPr>
              <a:t>What this page draws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200">
                <a:solidFill>
                  <a:srgbClr val="E4E7EC"/>
                </a:solidFill>
                <a:latin typeface="Segoe UI"/>
              </a:rPr>
              <a:t>-  Theme colours resolved through slide, layout and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200">
                <a:solidFill>
                  <a:srgbClr val="E4E7EC"/>
                </a:solidFill>
                <a:latin typeface="Segoe UI"/>
              </a:rPr>
              <a:t>-  Placeholder inheritance: size, face, colour,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200">
                <a:solidFill>
                  <a:srgbClr val="E4E7EC"/>
                </a:solidFill>
                <a:latin typeface="Segoe UI"/>
              </a:rPr>
              <a:t>-  Gradient and picture backgrounds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60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200">
                <a:solidFill>
                  <a:srgbClr val="E4E7EC"/>
                </a:solidFill>
                <a:latin typeface="Segoe UI"/>
              </a:rPr>
              <a:t>-  Shape fills, transparency, rotation and flips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200">
                <a:solidFill>
                  <a:srgbClr val="E4E7EC"/>
                </a:solidFill>
                <a:latin typeface="Segoe UI"/>
              </a:rPr>
              <a:t>-  Text highlight, bold, italic, underline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