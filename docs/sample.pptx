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B4FC7"/>
                </a:solidFill>
              </a:defRPr>
            </a:pPr>
            <a:r>
              <a:t>Oxi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Open-source document suite — Rust + WebAssembly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4FC7"/>
                </a:solidFill>
              </a:defRPr>
            </a:pPr>
            <a:r>
              <a:t>主な機能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  .docx / .xlsx / .pptx / PDF をブラウザで処理</a:t>
            </a:r>
          </a:p>
          <a:p>
            <a:pPr>
              <a:spcAft>
                <a:spcPts val="1200"/>
              </a:spcAft>
              <a:defRPr sz="2200"/>
            </a:pPr>
            <a:r>
              <a:t>  判子 (Hanko) — デジタル印鑑 SVG 生成</a:t>
            </a:r>
          </a:p>
          <a:p>
            <a:pPr>
              <a:spcAft>
                <a:spcPts val="1200"/>
              </a:spcAft>
              <a:defRPr sz="2200"/>
            </a:pPr>
            <a:r>
              <a:t>  PAdES 電子署名</a:t>
            </a:r>
          </a:p>
          <a:p>
            <a:pPr>
              <a:spcAft>
                <a:spcPts val="1200"/>
              </a:spcAft>
              <a:defRPr sz="2200"/>
            </a:pPr>
            <a:r>
              <a:t>  禁則処理 (JIS X 4051)</a:t>
            </a:r>
          </a:p>
          <a:p>
            <a:pPr>
              <a:spcAft>
                <a:spcPts val="1200"/>
              </a:spcAft>
              <a:defRPr sz="2200"/>
            </a:pPr>
            <a:r>
              <a:t>  サーバー不要・100% クライアントサイド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4FC7"/>
                </a:solidFill>
              </a:defRPr>
            </a:pPr>
            <a:r>
              <a:t>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5B4FC7"/>
                </a:solidFill>
              </a:rPr>
              <a:t>v1 (現在): </a:t>
            </a:r>
            <a:r>
              <a:rPr sz="2200"/>
              <a:t>基盤 — OOXML パース, 編集, PDF, 判子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5B4FC7"/>
                </a:solidFill>
              </a:rPr>
              <a:t>v2: </a:t>
            </a:r>
            <a:r>
              <a:rPr sz="2200"/>
              <a:t>コラボレーション — CRDT, AI, E2E暗号化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5B4FC7"/>
                </a:solidFill>
              </a:rPr>
              <a:t>v3: </a:t>
            </a:r>
            <a:r>
              <a:rPr sz="2200"/>
              <a:t>プラットフォーム — プラグイン, Tauri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5B4FC7"/>
                </a:solidFill>
              </a:rPr>
              <a:t>v4: </a:t>
            </a:r>
            <a:r>
              <a:rPr sz="2200"/>
              <a:t>エンタープライズ — コンプライアンス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